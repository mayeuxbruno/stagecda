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A77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79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7337C18-2969-ACA6-AE92-AA69113986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9FC4FB9-898B-B574-5571-74AB9D889F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C355231-A2DA-7555-86C3-DF105F597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B0C80-C3A1-461C-B5E2-2E9164BDE3A3}" type="datetimeFigureOut">
              <a:rPr lang="fr-FR" smtClean="0"/>
              <a:t>28/05/2022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456FA94-989D-7A60-6F4F-223EDFFB3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24BFEB0-482D-C854-9FE5-EC742D626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4371D-ADD5-4DEB-B719-30296CEDE7F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23399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0EA120B-4E5B-9476-630C-36274C562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40B1DF3-D351-0B30-4E0F-E0232BA0F3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034535F-5E49-3F55-CCD4-CF76EAFAA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B0C80-C3A1-461C-B5E2-2E9164BDE3A3}" type="datetimeFigureOut">
              <a:rPr lang="fr-FR" smtClean="0"/>
              <a:t>28/05/2022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3DC39A6-2E2D-82C3-5E54-D6E8118B6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3AF38C2-2537-B5D0-B082-60877B298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4371D-ADD5-4DEB-B719-30296CEDE7F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4565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A1F8A8-5973-6A85-AFFD-35379197D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60CDF80-3E62-1EB1-A892-A56A511276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3943630-6047-E17D-6B53-6321ADC37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B0C80-C3A1-461C-B5E2-2E9164BDE3A3}" type="datetimeFigureOut">
              <a:rPr lang="fr-FR" smtClean="0"/>
              <a:t>28/05/2022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7E97AAF-EED6-1165-BFD2-99D66375D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5CF2AA3-4C83-B024-7B51-FF565CECA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4371D-ADD5-4DEB-B719-30296CEDE7F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3511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484AB7-F288-B853-E0C8-B1774352D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537F413-3949-E80D-2011-E4E961DF52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17463A8-BE5C-5305-6C92-BF4B850CAB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C81E1E7-0CCF-2CB4-CF23-687AD446A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B0C80-C3A1-461C-B5E2-2E9164BDE3A3}" type="datetimeFigureOut">
              <a:rPr lang="fr-FR" smtClean="0"/>
              <a:t>28/05/2022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B81D21E-2E5F-5940-170E-9A5B7C16D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7366E53-5202-29A4-70D4-CA59DC9FD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4371D-ADD5-4DEB-B719-30296CEDE7F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1875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DFBD46-9C95-71AE-F695-A08CDB75C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83AD8F0-182E-3CA3-3FC1-D05D96C304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7931BB9-5140-74EB-390C-7E9B9E9F49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3A94245-2227-3FAC-AB92-87C7461376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F3D67BE-DFBC-E1C7-49C5-98D5BD11D8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598520E5-9014-3645-E91A-EACCE1F96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B0C80-C3A1-461C-B5E2-2E9164BDE3A3}" type="datetimeFigureOut">
              <a:rPr lang="fr-FR" smtClean="0"/>
              <a:t>28/05/2022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6CAEE9C-BC8F-39A8-A692-6A9924804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CC6D191-FD76-9223-7B0B-B91FE40C7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4371D-ADD5-4DEB-B719-30296CEDE7F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3255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AB7299A-FB71-2B74-67BB-40000C7BC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98D73FF-A86E-C5F9-0004-5F4AA9D34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B0C80-C3A1-461C-B5E2-2E9164BDE3A3}" type="datetimeFigureOut">
              <a:rPr lang="fr-FR" smtClean="0"/>
              <a:t>28/05/2022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A8ED12D-E11D-80F5-B5A5-B96CD93C1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8304294-283F-408A-AFC2-5B19C6067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4371D-ADD5-4DEB-B719-30296CEDE7F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669906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855D61A-92A8-6626-7266-11BF0F297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B0C80-C3A1-461C-B5E2-2E9164BDE3A3}" type="datetimeFigureOut">
              <a:rPr lang="fr-FR" smtClean="0"/>
              <a:t>28/05/2022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3AE0CF9-EB19-2D7A-70E0-AEF410B86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823F6B8-579D-C028-4D7B-9BADB9A7A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4371D-ADD5-4DEB-B719-30296CEDE7F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52307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40B3173-2D39-CD97-1D7A-9D415A387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5F8E8EF-91F9-0A7B-D51D-6F89A5F905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4CF8605-CE1F-AF2B-DADC-C1A50A3738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69F37CA-D8DB-AA2E-9682-567C59482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B0C80-C3A1-461C-B5E2-2E9164BDE3A3}" type="datetimeFigureOut">
              <a:rPr lang="fr-FR" smtClean="0"/>
              <a:t>28/05/2022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01430FA-7E38-6E3D-A95D-13E00AB96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532ED37-DB74-4F07-B594-9807EC061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4371D-ADD5-4DEB-B719-30296CEDE7F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36452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7BC674-C073-F746-EA01-52967EF54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D512B69E-406D-B96C-CDB7-43FB2D5765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FE553B1-1070-129F-5236-2E8826A63E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AC47752-90E3-2306-C4D2-3273EA629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B0C80-C3A1-461C-B5E2-2E9164BDE3A3}" type="datetimeFigureOut">
              <a:rPr lang="fr-FR" smtClean="0"/>
              <a:t>28/05/2022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1216CE6-5527-C23B-D49A-B81D08A4E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1DB2D4E-E79A-6D11-3543-23F13E914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4371D-ADD5-4DEB-B719-30296CEDE7F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059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7A37CB-8F18-4EDC-4878-F2B8E8CFD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9416F89-0742-5081-8BDE-D5317D1523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CD4D7C5-83B3-6405-3A9A-DE17F4DE8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B0C80-C3A1-461C-B5E2-2E9164BDE3A3}" type="datetimeFigureOut">
              <a:rPr lang="fr-FR" smtClean="0"/>
              <a:t>28/05/2022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52BBAA2-0FAB-6246-B0B9-3DCA472AF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4B1CBF4-0A54-1086-DD33-518459D76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4371D-ADD5-4DEB-B719-30296CEDE7F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1267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DDEFB385-2C74-744E-C571-F1B321E794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82F7E99-43D8-F432-475B-79ECE35E44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7031898-34B5-9691-45A1-350B4E5F0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B0C80-C3A1-461C-B5E2-2E9164BDE3A3}" type="datetimeFigureOut">
              <a:rPr lang="fr-FR" smtClean="0"/>
              <a:t>28/05/2022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0CB5FF7-1DC1-2FE0-44EA-3B2A3318C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DD39EA3-D2BC-4A39-BA59-A086C0DC0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4371D-ADD5-4DEB-B719-30296CEDE7F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7696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0D648377-C7EA-C5EE-B912-BFCBCA0E5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EE2A6CB-72AC-E0C6-014E-0068629EF5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DA85C73-C8B6-E411-9CAC-9B66BD6E93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5B0C80-C3A1-461C-B5E2-2E9164BDE3A3}" type="datetimeFigureOut">
              <a:rPr lang="fr-FR" smtClean="0"/>
              <a:t>28/05/2022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543AE82-09E3-5D4E-FBAA-9491C20EF9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508DDD6-F601-49DD-9028-22CB7289C0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E4371D-ADD5-4DEB-B719-30296CEDE7F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1265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A77B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7FF44BEE-7A82-1ACB-3154-76311B428324}"/>
              </a:ext>
            </a:extLst>
          </p:cNvPr>
          <p:cNvSpPr txBox="1"/>
          <p:nvPr/>
        </p:nvSpPr>
        <p:spPr>
          <a:xfrm>
            <a:off x="0" y="5043055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dirty="0">
                <a:solidFill>
                  <a:schemeClr val="bg1"/>
                </a:solidFill>
              </a:rPr>
              <a:t>MAYEUX Bruno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3F89678A-5959-8EF0-CA5F-64621A2B3557}"/>
              </a:ext>
            </a:extLst>
          </p:cNvPr>
          <p:cNvSpPr txBox="1"/>
          <p:nvPr/>
        </p:nvSpPr>
        <p:spPr>
          <a:xfrm>
            <a:off x="541434" y="3140363"/>
            <a:ext cx="1110913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7200" dirty="0">
                <a:solidFill>
                  <a:schemeClr val="bg1"/>
                </a:solidFill>
                <a:latin typeface="Bauhaus 93" panose="04030905020B02020C02" pitchFamily="82" charset="0"/>
              </a:rPr>
              <a:t>Application de facturation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ADE591E1-EA71-2B38-2B21-9665B5C5DCF2}"/>
              </a:ext>
            </a:extLst>
          </p:cNvPr>
          <p:cNvSpPr txBox="1"/>
          <p:nvPr/>
        </p:nvSpPr>
        <p:spPr>
          <a:xfrm>
            <a:off x="1" y="6003238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i="1" dirty="0">
                <a:solidFill>
                  <a:schemeClr val="bg1"/>
                </a:solidFill>
              </a:rPr>
              <a:t>Formation Concepteur Développeur d’Applications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1F5F3560-F7B0-AC51-FECC-EC354358F7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7673" y="905163"/>
            <a:ext cx="3836653" cy="2087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0566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A77B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7FF44BEE-7A82-1ACB-3154-76311B428324}"/>
              </a:ext>
            </a:extLst>
          </p:cNvPr>
          <p:cNvSpPr txBox="1"/>
          <p:nvPr/>
        </p:nvSpPr>
        <p:spPr>
          <a:xfrm>
            <a:off x="-4667692" y="6018627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MAYEUX Bruno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ADE591E1-EA71-2B38-2B21-9665B5C5DCF2}"/>
              </a:ext>
            </a:extLst>
          </p:cNvPr>
          <p:cNvSpPr txBox="1"/>
          <p:nvPr/>
        </p:nvSpPr>
        <p:spPr>
          <a:xfrm>
            <a:off x="5254716" y="6018627"/>
            <a:ext cx="77617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i="1" dirty="0">
                <a:solidFill>
                  <a:schemeClr val="bg1"/>
                </a:solidFill>
              </a:rPr>
              <a:t>Formation Concepteur Développeur d’Applications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1F5F3560-F7B0-AC51-FECC-EC354358F7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488" y="176226"/>
            <a:ext cx="1918327" cy="1043710"/>
          </a:xfrm>
          <a:prstGeom prst="rect">
            <a:avLst/>
          </a:prstGeom>
        </p:spPr>
      </p:pic>
      <p:sp>
        <p:nvSpPr>
          <p:cNvPr id="3" name="Flèche : droite 2">
            <a:extLst>
              <a:ext uri="{FF2B5EF4-FFF2-40B4-BE49-F238E27FC236}">
                <a16:creationId xmlns:a16="http://schemas.microsoft.com/office/drawing/2014/main" id="{F9A6E175-B6A0-2ADC-8C07-A9EC268BDFEA}"/>
              </a:ext>
            </a:extLst>
          </p:cNvPr>
          <p:cNvSpPr/>
          <p:nvPr/>
        </p:nvSpPr>
        <p:spPr>
          <a:xfrm>
            <a:off x="4043069" y="1926454"/>
            <a:ext cx="978408" cy="484632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21525ED-FEC5-4F3F-AF72-56E650E4385A}"/>
              </a:ext>
            </a:extLst>
          </p:cNvPr>
          <p:cNvSpPr txBox="1"/>
          <p:nvPr/>
        </p:nvSpPr>
        <p:spPr>
          <a:xfrm>
            <a:off x="5397622" y="1876382"/>
            <a:ext cx="29740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i="1" dirty="0">
                <a:solidFill>
                  <a:schemeClr val="bg1"/>
                </a:solidFill>
              </a:rPr>
              <a:t>Présentation</a:t>
            </a:r>
          </a:p>
        </p:txBody>
      </p:sp>
      <p:sp>
        <p:nvSpPr>
          <p:cNvPr id="9" name="Flèche : droite 8">
            <a:extLst>
              <a:ext uri="{FF2B5EF4-FFF2-40B4-BE49-F238E27FC236}">
                <a16:creationId xmlns:a16="http://schemas.microsoft.com/office/drawing/2014/main" id="{B188B94E-CD34-0DD9-8BFD-00D252338180}"/>
              </a:ext>
            </a:extLst>
          </p:cNvPr>
          <p:cNvSpPr/>
          <p:nvPr/>
        </p:nvSpPr>
        <p:spPr>
          <a:xfrm>
            <a:off x="4053811" y="2816854"/>
            <a:ext cx="978408" cy="484632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" name="Flèche : droite 10">
            <a:extLst>
              <a:ext uri="{FF2B5EF4-FFF2-40B4-BE49-F238E27FC236}">
                <a16:creationId xmlns:a16="http://schemas.microsoft.com/office/drawing/2014/main" id="{BE2F75E9-756E-507B-6199-74A152248659}"/>
              </a:ext>
            </a:extLst>
          </p:cNvPr>
          <p:cNvSpPr/>
          <p:nvPr/>
        </p:nvSpPr>
        <p:spPr>
          <a:xfrm>
            <a:off x="4053811" y="3722701"/>
            <a:ext cx="978408" cy="484632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D186AD09-301D-D847-2AC8-6C7D5D467ECA}"/>
              </a:ext>
            </a:extLst>
          </p:cNvPr>
          <p:cNvSpPr txBox="1"/>
          <p:nvPr/>
        </p:nvSpPr>
        <p:spPr>
          <a:xfrm>
            <a:off x="5410936" y="2716711"/>
            <a:ext cx="29740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i="1" dirty="0">
                <a:solidFill>
                  <a:schemeClr val="bg1"/>
                </a:solidFill>
              </a:rPr>
              <a:t>Conception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3E869440-D79D-1975-E303-58E668B29781}"/>
              </a:ext>
            </a:extLst>
          </p:cNvPr>
          <p:cNvSpPr txBox="1"/>
          <p:nvPr/>
        </p:nvSpPr>
        <p:spPr>
          <a:xfrm>
            <a:off x="5477519" y="3672630"/>
            <a:ext cx="29740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i="1" dirty="0">
                <a:solidFill>
                  <a:schemeClr val="bg1"/>
                </a:solidFill>
              </a:rPr>
              <a:t>Développement</a:t>
            </a:r>
          </a:p>
        </p:txBody>
      </p:sp>
    </p:spTree>
    <p:extLst>
      <p:ext uri="{BB962C8B-B14F-4D97-AF65-F5344CB8AC3E}">
        <p14:creationId xmlns:p14="http://schemas.microsoft.com/office/powerpoint/2010/main" val="348651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9" grpId="0" animBg="1"/>
      <p:bldP spid="11" grpId="0" animBg="1"/>
      <p:bldP spid="13" grpId="0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A77B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7FF44BEE-7A82-1ACB-3154-76311B428324}"/>
              </a:ext>
            </a:extLst>
          </p:cNvPr>
          <p:cNvSpPr txBox="1"/>
          <p:nvPr/>
        </p:nvSpPr>
        <p:spPr>
          <a:xfrm>
            <a:off x="-4667692" y="6018627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MAYEUX Bruno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ADE591E1-EA71-2B38-2B21-9665B5C5DCF2}"/>
              </a:ext>
            </a:extLst>
          </p:cNvPr>
          <p:cNvSpPr txBox="1"/>
          <p:nvPr/>
        </p:nvSpPr>
        <p:spPr>
          <a:xfrm>
            <a:off x="5254716" y="6018627"/>
            <a:ext cx="77617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i="1" dirty="0">
                <a:solidFill>
                  <a:schemeClr val="bg1"/>
                </a:solidFill>
              </a:rPr>
              <a:t>Formation Concepteur Développeur d’Applications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1F5F3560-F7B0-AC51-FECC-EC354358F7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488" y="176226"/>
            <a:ext cx="1918327" cy="1043710"/>
          </a:xfrm>
          <a:prstGeom prst="rect">
            <a:avLst/>
          </a:prstGeom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405C8CFF-3ABF-3A0A-A09D-7F1F16C403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9797" y="2672179"/>
            <a:ext cx="4284072" cy="2325639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CC3DE2DA-3F82-F220-C26A-EDF8F6377B14}"/>
              </a:ext>
            </a:extLst>
          </p:cNvPr>
          <p:cNvSpPr txBox="1"/>
          <p:nvPr/>
        </p:nvSpPr>
        <p:spPr>
          <a:xfrm>
            <a:off x="3837451" y="1463969"/>
            <a:ext cx="501358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400" b="1" dirty="0">
                <a:solidFill>
                  <a:schemeClr val="bg1"/>
                </a:solidFill>
              </a:rPr>
              <a:t>L’Entreprise</a:t>
            </a:r>
          </a:p>
        </p:txBody>
      </p:sp>
    </p:spTree>
    <p:extLst>
      <p:ext uri="{BB962C8B-B14F-4D97-AF65-F5344CB8AC3E}">
        <p14:creationId xmlns:p14="http://schemas.microsoft.com/office/powerpoint/2010/main" val="20930331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A77B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7FF44BEE-7A82-1ACB-3154-76311B428324}"/>
              </a:ext>
            </a:extLst>
          </p:cNvPr>
          <p:cNvSpPr txBox="1"/>
          <p:nvPr/>
        </p:nvSpPr>
        <p:spPr>
          <a:xfrm>
            <a:off x="-4667692" y="6018627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MAYEUX Bruno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ADE591E1-EA71-2B38-2B21-9665B5C5DCF2}"/>
              </a:ext>
            </a:extLst>
          </p:cNvPr>
          <p:cNvSpPr txBox="1"/>
          <p:nvPr/>
        </p:nvSpPr>
        <p:spPr>
          <a:xfrm>
            <a:off x="5254716" y="6018627"/>
            <a:ext cx="77617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i="1" dirty="0">
                <a:solidFill>
                  <a:schemeClr val="bg1"/>
                </a:solidFill>
              </a:rPr>
              <a:t>Formation Concepteur Développeur d’Applications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1F5F3560-F7B0-AC51-FECC-EC354358F7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488" y="176226"/>
            <a:ext cx="1918327" cy="1043710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A4EB0BD7-39D5-D396-8D73-EC7583AC48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7574" y="2387097"/>
            <a:ext cx="2725485" cy="1482863"/>
          </a:xfrm>
          <a:prstGeom prst="rect">
            <a:avLst/>
          </a:prstGeom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C924808B-B753-ADA6-DCB3-D9C46B0E43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520" y="2266103"/>
            <a:ext cx="2197281" cy="2207004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A980B29B-ED41-BD69-B590-F75503461D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6959" y="2415599"/>
            <a:ext cx="1312600" cy="1454361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04B37209-EE8C-6AEF-A985-E8CF7B9446B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6959" y="556653"/>
            <a:ext cx="1440771" cy="1440771"/>
          </a:xfrm>
          <a:prstGeom prst="rect">
            <a:avLst/>
          </a:prstGeom>
        </p:spPr>
      </p:pic>
      <p:pic>
        <p:nvPicPr>
          <p:cNvPr id="11" name="Image 10" descr="Une image contenant texte&#10;&#10;Description générée automatiquement">
            <a:extLst>
              <a:ext uri="{FF2B5EF4-FFF2-40B4-BE49-F238E27FC236}">
                <a16:creationId xmlns:a16="http://schemas.microsoft.com/office/drawing/2014/main" id="{DFC3724E-2E06-3A7B-76A8-EC2A71BC586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6002" y="4288135"/>
            <a:ext cx="1840760" cy="1187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283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A77B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7FF44BEE-7A82-1ACB-3154-76311B428324}"/>
              </a:ext>
            </a:extLst>
          </p:cNvPr>
          <p:cNvSpPr txBox="1"/>
          <p:nvPr/>
        </p:nvSpPr>
        <p:spPr>
          <a:xfrm>
            <a:off x="-4667692" y="6018627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MAYEUX Bruno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ADE591E1-EA71-2B38-2B21-9665B5C5DCF2}"/>
              </a:ext>
            </a:extLst>
          </p:cNvPr>
          <p:cNvSpPr txBox="1"/>
          <p:nvPr/>
        </p:nvSpPr>
        <p:spPr>
          <a:xfrm>
            <a:off x="5254716" y="6018627"/>
            <a:ext cx="77617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i="1" dirty="0">
                <a:solidFill>
                  <a:schemeClr val="bg1"/>
                </a:solidFill>
              </a:rPr>
              <a:t>Formation Concepteur Développeur d’Applications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1F5F3560-F7B0-AC51-FECC-EC354358F7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488" y="176226"/>
            <a:ext cx="1918327" cy="1043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70166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37</Words>
  <Application>Microsoft Office PowerPoint</Application>
  <PresentationFormat>Grand écran</PresentationFormat>
  <Paragraphs>15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10" baseType="lpstr">
      <vt:lpstr>Arial</vt:lpstr>
      <vt:lpstr>Bauhaus 93</vt:lpstr>
      <vt:lpstr>Calibri</vt:lpstr>
      <vt:lpstr>Calibri Light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Bruno Mayeux</dc:creator>
  <cp:lastModifiedBy>Bruno Mayeux</cp:lastModifiedBy>
  <cp:revision>2</cp:revision>
  <dcterms:created xsi:type="dcterms:W3CDTF">2022-05-21T20:07:58Z</dcterms:created>
  <dcterms:modified xsi:type="dcterms:W3CDTF">2022-05-27T22:48:28Z</dcterms:modified>
</cp:coreProperties>
</file>